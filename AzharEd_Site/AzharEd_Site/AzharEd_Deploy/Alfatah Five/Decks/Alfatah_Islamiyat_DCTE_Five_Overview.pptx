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(DCTE)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(DCTE)  •  Grade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5,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