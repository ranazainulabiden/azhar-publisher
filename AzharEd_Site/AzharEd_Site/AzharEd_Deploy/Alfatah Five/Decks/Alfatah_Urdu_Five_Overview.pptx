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96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A8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307468"/>
            <a:ext cx="3447288" cy="42430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53772"/>
            <a:ext cx="3154680" cy="39504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114800" cy="14064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az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31520"/>
            <a:ext cx="1600200" cy="857787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757227"/>
            <a:ext cx="1508760" cy="8063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BF6EC"/>
                </a:solidFill>
                <a:latin typeface="Cambria"/>
              </a:rPr>
              <a:t>Urdu — الفتح اردو کی کتاب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77639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Grade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548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 curriculum textbook from the Alfatah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4015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852F"/>
                </a:solidFill>
                <a:latin typeface="Calibri"/>
              </a:rPr>
              <a:t>Urdu — الفتح اردو کی کتاب  •  Grade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336892"/>
          </a:xfrm>
          <a:prstGeom prst="roundRect">
            <a:avLst>
              <a:gd name="adj" fmla="val 6000"/>
            </a:avLst>
          </a:prstGeom>
          <a:solidFill>
            <a:srgbClr val="FCF1E0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0770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Urdu reading passages and stories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New vocabulary with word meanings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Grammar (قواعد): nouns, verbs and tenses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Comprehension questions and exercises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Handwriting and guided composition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Poems (نظم) with recitation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6A4015"/>
                </a:solidFill>
                <a:latin typeface="Cambria"/>
              </a:rPr>
              <a:t>Purpose &amp;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99602A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99602A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Builds Urdu reading, writing, grammar and comprehension for Grade 5, aligned to the Single National Curriculum.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D9852F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6A4015"/>
                </a:solidFill>
                <a:latin typeface="Cambria"/>
              </a:rPr>
              <a:t>Interactive Digital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book-level interactive activity set drawn from the book's content for engaging, screen-based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4551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6A4015"/>
                </a:solidFill>
                <a:latin typeface="Cambria"/>
              </a:rPr>
              <a:t>Page-Turn Flipbook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digital flipbook e-sample of the full book that opens from the right and turns like the real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 •  Alfatah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