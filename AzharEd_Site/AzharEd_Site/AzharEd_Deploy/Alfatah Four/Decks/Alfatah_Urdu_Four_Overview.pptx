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6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A8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7468"/>
            <a:ext cx="3447288" cy="42430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3772"/>
            <a:ext cx="3154680" cy="39504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Urdu — الفتح اردو کی کتاب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4015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52F"/>
                </a:solidFill>
                <a:latin typeface="Calibri"/>
              </a:rPr>
              <a:t>Urdu — الفتح اردو کی کتاب  •  Grade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6892"/>
          </a:xfrm>
          <a:prstGeom prst="roundRect">
            <a:avLst>
              <a:gd name="adj" fmla="val 6000"/>
            </a:avLst>
          </a:prstGeom>
          <a:solidFill>
            <a:srgbClr val="FCF1E0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0770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Urdu reading passages and stories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New vocabulary with word meanings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Grammar (قواعد): nouns, verbs and tenses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Comprehension questions and exercises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Handwriting and guided composition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Poems (نظم) with recitation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4015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99602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99602A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Builds Urdu reading, writing, grammar and comprehension for Grade 4,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9852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4015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4015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