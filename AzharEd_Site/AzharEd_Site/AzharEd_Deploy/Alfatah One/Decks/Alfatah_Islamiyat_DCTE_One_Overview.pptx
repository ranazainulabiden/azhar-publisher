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E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22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264777"/>
            <a:ext cx="3447288" cy="432844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11081"/>
            <a:ext cx="3154680" cy="40358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114800" cy="14064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azh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731520"/>
            <a:ext cx="1600200" cy="857787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757227"/>
            <a:ext cx="1508760" cy="8063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BF6EC"/>
                </a:solidFill>
                <a:latin typeface="Cambria"/>
              </a:rPr>
              <a:t>Islamiyat — الفتح اسلامیات (DCTE)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977639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Grade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75488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 curriculum textbook from the Alfatah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24A33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9E6E"/>
                </a:solidFill>
                <a:latin typeface="Calibri"/>
              </a:rPr>
              <a:t>Islamiyat — الفتح اسلامیات (DCTE)  •  Grade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423512"/>
          </a:xfrm>
          <a:prstGeom prst="roundRect">
            <a:avLst>
              <a:gd name="adj" fmla="val 6000"/>
            </a:avLst>
          </a:prstGeom>
          <a:solidFill>
            <a:srgbClr val="E7F5EE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9432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Quranic verses (آیات) with translation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Ahadith and their lessons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Stories of the Prophets (انبیاءؑ)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Islamic beliefs (عقائد) and worship (عبادات)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Good character and manners (اخلاق)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Exercises and revision after each chapter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4A33"/>
                </a:solidFill>
                <a:latin typeface="Cambria"/>
              </a:rPr>
              <a:t>Purpose &amp; What You 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1F6E4C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1F6E4C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Teaches core Islamic beliefs, worship and moral values for Grade 1, aligned to the Single National Curriculum.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E9E6E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A33"/>
                </a:solidFill>
                <a:latin typeface="Cambria"/>
              </a:rPr>
              <a:t>Interactive Digital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book-level interactive activity set drawn from the book's content for engaging, screen-based practice.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94551" y="4134231"/>
            <a:ext cx="582930" cy="58293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A33"/>
                </a:solidFill>
                <a:latin typeface="Cambria"/>
              </a:rPr>
              <a:t>Page-Turn Flipbook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digital flipbook e-sample of the full book that opens from the right and turns like the real 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 •  Alfatah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