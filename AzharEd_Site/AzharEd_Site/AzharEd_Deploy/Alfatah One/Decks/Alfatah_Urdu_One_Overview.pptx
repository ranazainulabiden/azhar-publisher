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Urdu — الفتح اردو کی کتاب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Urdu — الفتح اردو کی کتاب  •  Grade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reading passages and stories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New vocabulary with word meanings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Grammar (قواعد): nouns, verbs and tenses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Comprehension questions and exercises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Handwriting and guided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Poems (نظم) with recitation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reading, writing, grammar and comprehension for Grade 1,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