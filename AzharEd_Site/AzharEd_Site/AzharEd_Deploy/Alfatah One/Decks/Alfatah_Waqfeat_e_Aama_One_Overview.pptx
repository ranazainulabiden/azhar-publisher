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A7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7468"/>
            <a:ext cx="3447288" cy="42430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3772"/>
            <a:ext cx="3154680" cy="39504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Waqfeat-e-Aama — واقفیتِ عامہ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B5C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97B0"/>
                </a:solidFill>
                <a:latin typeface="Calibri"/>
              </a:rPr>
              <a:t>Waqfeat-e-Aama — واقفیتِ عامہ  •  Grade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6892"/>
          </a:xfrm>
          <a:prstGeom prst="roundRect">
            <a:avLst>
              <a:gd name="adj" fmla="val 6000"/>
            </a:avLst>
          </a:prstGeom>
          <a:solidFill>
            <a:srgbClr val="EAF4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077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General knowledge across many topics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Our world: science, nature and society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Everyday facts and awareness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Big, colourful pictures and examples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Questions and fun activities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Revision exercises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B5C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E6E83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E6E83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Widens young learners' general knowledge and awareness of the world for Grade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A97B0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B5C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B5C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