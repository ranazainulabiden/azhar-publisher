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96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A8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1307468"/>
            <a:ext cx="3447288" cy="424306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53772"/>
            <a:ext cx="3154680" cy="395045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114800" cy="14064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azh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731520"/>
            <a:ext cx="1600200" cy="857787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757227"/>
            <a:ext cx="1508760" cy="8063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FBF6EC"/>
                </a:solidFill>
                <a:latin typeface="Cambria"/>
              </a:rPr>
              <a:t>Urdu — الفتح اردو کی کتاب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977639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Grade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75488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 curriculum textbook from the Alfatah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6A4015"/>
                </a:solidFill>
                <a:latin typeface="Cambria"/>
              </a:rPr>
              <a:t>What's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12070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9852F"/>
                </a:solidFill>
                <a:latin typeface="Calibri"/>
              </a:rPr>
              <a:t>Urdu — الفتح اردو کی کتاب  •  Grade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801368"/>
            <a:ext cx="3529584" cy="4336892"/>
          </a:xfrm>
          <a:prstGeom prst="roundRect">
            <a:avLst>
              <a:gd name="adj" fmla="val 6000"/>
            </a:avLst>
          </a:prstGeom>
          <a:solidFill>
            <a:srgbClr val="FCF1E0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4007708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Urdu reading passages and stories</a:t>
            </a:r>
          </a:p>
        </p:txBody>
      </p:sp>
      <p:sp>
        <p:nvSpPr>
          <p:cNvPr id="11" name="Oval 10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New vocabulary with word meanings</a:t>
            </a:r>
          </a:p>
        </p:txBody>
      </p:sp>
      <p:sp>
        <p:nvSpPr>
          <p:cNvPr id="14" name="Oval 13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Grammar (قواعد): nouns, verbs and tenses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Comprehension questions and exercises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Handwriting and guided composition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Poems (نظم) with recitation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6A4015"/>
                </a:solidFill>
                <a:latin typeface="Cambria"/>
              </a:rPr>
              <a:t>Purpose &amp; What You 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99602A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99602A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Builds Urdu reading, writing, grammar and comprehension for Grade 3, aligned to the Single National Curriculum.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D9852F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5349240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4727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6A4015"/>
                </a:solidFill>
                <a:latin typeface="Cambria"/>
              </a:rPr>
              <a:t>Interactive Digital 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4727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C6672"/>
                </a:solidFill>
                <a:latin typeface="Calibri"/>
              </a:rPr>
              <a:t>A book-level interactive activity set drawn from the book's content for engaging, screen-based practice.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794760"/>
            <a:ext cx="5349240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65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94551" y="4134231"/>
            <a:ext cx="582930" cy="582930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5976" y="4928616"/>
            <a:ext cx="4727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6A4015"/>
                </a:solidFill>
                <a:latin typeface="Cambria"/>
              </a:rPr>
              <a:t>Page-Turn Flipbook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5976" y="5550408"/>
            <a:ext cx="4727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C6672"/>
                </a:solidFill>
                <a:latin typeface="Calibri"/>
              </a:rPr>
              <a:t>A digital flipbook e-sample of the full book that opens from the right and turns like the real book.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 •  Alfatah Series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