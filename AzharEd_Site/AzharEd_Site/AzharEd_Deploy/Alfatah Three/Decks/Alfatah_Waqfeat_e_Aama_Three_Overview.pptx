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Waqfeat-e-Aama — واقفیتِ عامہ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Waqfeat-e-Aama — واقفیتِ عامہ  •  Grade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General knowledge across many topics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world: science, nature and society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Everyday facts and awareness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colourful pictures and examples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Questions and fun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Revision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Widens young learners' general knowledge and awareness of the world for Grade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