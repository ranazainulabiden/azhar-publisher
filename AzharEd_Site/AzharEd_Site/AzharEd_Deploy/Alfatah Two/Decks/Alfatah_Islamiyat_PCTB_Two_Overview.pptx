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6E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2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264777"/>
            <a:ext cx="3447288" cy="43284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1081"/>
            <a:ext cx="3154680" cy="40358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Islamiyat — الفتح اسلامیات (PCTB Ulma Board)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A33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E9E6E"/>
                </a:solidFill>
                <a:latin typeface="Calibri"/>
              </a:rPr>
              <a:t>Islamiyat — الفتح اسلامیات (PCTB Ulma Board)  •  Grade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423512"/>
          </a:xfrm>
          <a:prstGeom prst="roundRect">
            <a:avLst>
              <a:gd name="adj" fmla="val 6000"/>
            </a:avLst>
          </a:prstGeom>
          <a:solidFill>
            <a:srgbClr val="E7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9432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Quranic verses (آیات) with translation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Ahadith and their lessons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Stories of the Prophets (انبیاءؑ)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Islamic beliefs (عقائد) and worship (عبادات)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Good character and manners (اخلاق)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Exercises and revision after each chapter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A33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F6E4C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F6E4C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Teaches core Islamic beliefs, worship and moral values for Grade 2,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E9E6E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2E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124A33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