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A7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2475"/>
            <a:ext cx="3447288" cy="425304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48779"/>
            <a:ext cx="3154680" cy="39604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Waqfeat-e-Aama — واقفیتِ عامہ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97B0"/>
                </a:solidFill>
                <a:latin typeface="Calibri"/>
              </a:rPr>
              <a:t>Waqfeat-e-Aama — واقفیتِ عامہ  •  Grade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47023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78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General knowledge across many topics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Our world: science, nature and society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Everyday facts and awareness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Big, colourful pictures and examples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Questions and fun activities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Revision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E6E83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E6E83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Widens young learners' general knowledge and awareness of the world for Grade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A97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B5C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B5C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