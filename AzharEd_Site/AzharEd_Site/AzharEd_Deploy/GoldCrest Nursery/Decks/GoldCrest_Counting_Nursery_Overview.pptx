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6E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A7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089371"/>
            <a:ext cx="3538727" cy="4679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cntn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5675"/>
            <a:ext cx="3246120" cy="43866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270247" cy="115368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gold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78269"/>
            <a:ext cx="2057400" cy="711551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667512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GoldCrest Counting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Nursery   •   Age 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GoldCrest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603504"/>
            <a:ext cx="310896" cy="31089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B5C"/>
                </a:solidFill>
                <a:latin typeface="Cambria"/>
              </a:rPr>
              <a:t>What's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A97B0"/>
                </a:solidFill>
                <a:latin typeface="Calibri"/>
              </a:rPr>
              <a:t>GoldCrest Counting Book   Nursery  •  Age 4+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801368"/>
            <a:ext cx="3529584" cy="4654048"/>
          </a:xfrm>
          <a:prstGeom prst="roundRect">
            <a:avLst>
              <a:gd name="adj" fmla="val 6000"/>
            </a:avLst>
          </a:prstGeom>
          <a:solidFill>
            <a:srgbClr val="EAF4F8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ver_cntn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32486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Pre-writing lines and shapes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Numbers 0–50 and number words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Counting on and back; missing numbers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Telling o'clock time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2 and 3 times tables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Simple addition and subtraction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B5C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E6E83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E6E83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Builds number sense, counting and early arithmetic through colourful, hands-on activities.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A97B0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2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