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4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B85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889978"/>
            <a:ext cx="3538727" cy="507804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engn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36282"/>
            <a:ext cx="3246120" cy="47854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English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Nursery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2418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674F"/>
                </a:solidFill>
                <a:latin typeface="Calibri"/>
              </a:rPr>
              <a:t>GoldCrest English Book   Nursery  •  Age 4+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5047218"/>
          </a:xfrm>
          <a:prstGeom prst="roundRect">
            <a:avLst>
              <a:gd name="adj" fmla="val 6000"/>
            </a:avLst>
          </a:prstGeom>
          <a:solidFill>
            <a:srgbClr val="FCEFE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engn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71803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Alphabet A–Z recap with pictures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Vowels and their sounds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Capital and small letters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Vocabulary building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Rhymes, poems and short stories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Personal, social &amp; emotional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2418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A2473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A2473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early English literacy — letter recognition, phonics and reading readiness — while growing vocabulary and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2674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418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