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131239"/>
            <a:ext cx="3538727" cy="4595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urdun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77543"/>
            <a:ext cx="3246120" cy="43029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Urdu Qaida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Nursery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GoldCrest Urdu Qaida   Nursery  •  Age 4+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5714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urdun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24230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Urdu alphabet (huroof-e-tahajji)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sounds and key words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Beautiful Urdu poems (nazmein)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Letter-joining practice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Personal, social &amp; emotional development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Revision and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the Urdu alphabet, sounds and early reading — the first step of the Qaida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