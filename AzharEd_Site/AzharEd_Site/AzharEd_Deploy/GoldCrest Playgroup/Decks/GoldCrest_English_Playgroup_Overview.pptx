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3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9C4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D45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889978"/>
            <a:ext cx="3538727" cy="507804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eng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36282"/>
            <a:ext cx="3246120" cy="47854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270247" cy="115368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gold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78269"/>
            <a:ext cx="2057400" cy="711551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667512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GoldCrest English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Playgroup   •   Age 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GoldCrest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603504"/>
            <a:ext cx="310896" cy="310896"/>
          </a:xfrm>
          <a:prstGeom prst="ellipse">
            <a:avLst/>
          </a:prstGeom>
          <a:solidFill>
            <a:srgbClr val="D45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45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2418"/>
                </a:solidFill>
                <a:latin typeface="Cambria"/>
              </a:rPr>
              <a:t>What's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543E"/>
                </a:solidFill>
                <a:latin typeface="Calibri"/>
              </a:rPr>
              <a:t>GoldCrest English Book   Playgroup  •  Age 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801368"/>
            <a:ext cx="3529584" cy="5047218"/>
          </a:xfrm>
          <a:prstGeom prst="roundRect">
            <a:avLst>
              <a:gd name="adj" fmla="val 6000"/>
            </a:avLst>
          </a:prstGeom>
          <a:solidFill>
            <a:srgbClr val="FCEFE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ver_eng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718034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D45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Letter shapes and sounds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D45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Tracing and pencil control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D45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Simple first words</a:t>
            </a:r>
          </a:p>
        </p:txBody>
      </p:sp>
      <p:sp>
        <p:nvSpPr>
          <p:cNvPr id="18" name="Oval 17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D45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Big, friendly picture cues</a:t>
            </a:r>
          </a:p>
        </p:txBody>
      </p:sp>
      <p:sp>
        <p:nvSpPr>
          <p:cNvPr id="21" name="Oval 20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D45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Colouring and fun activities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D45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Gentle rhymes to sing along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45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2418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8A3525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8A3525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Gives our youngest learners their first exposure to English letters and sounds, building fine-motor and pre-writing skills.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D4543E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D45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418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D45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418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D45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418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