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4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8E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131239"/>
            <a:ext cx="3538727" cy="4595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urdu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77543"/>
            <a:ext cx="3246120" cy="43029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270247" cy="115368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gold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78269"/>
            <a:ext cx="2057400" cy="711551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667512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GoldCrest Urdu Qaida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GoldCrest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603504"/>
            <a:ext cx="310896" cy="310896"/>
          </a:xfrm>
          <a:prstGeom prst="ellipse">
            <a:avLst/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4015"/>
                </a:solidFill>
                <a:latin typeface="Cambria"/>
              </a:rPr>
              <a:t>What's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9772A"/>
                </a:solidFill>
                <a:latin typeface="Calibri"/>
              </a:rPr>
              <a:t>GoldCrest Urdu Qaida   Playgroup  •  Age 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801368"/>
            <a:ext cx="3529584" cy="4571492"/>
          </a:xfrm>
          <a:prstGeom prst="roundRect">
            <a:avLst>
              <a:gd name="adj" fmla="val 6000"/>
            </a:avLst>
          </a:prstGeom>
          <a:solidFill>
            <a:srgbClr val="FCF1E0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ver_urdu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24230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Full Urdu alphabet with pictures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Letter recognition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Tracing and sound practice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Lively poems for young learners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Development pages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Fun revision activities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4015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7E4D1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7E4D1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Familiarises our youngest learners with Urdu letters and sounds through big pictures and play.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C9772A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C97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