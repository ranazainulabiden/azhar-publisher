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14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131239"/>
            <a:ext cx="3538727" cy="4595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cnt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77543"/>
            <a:ext cx="3246120" cy="43029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3F4F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7E97"/>
                </a:solidFill>
                <a:latin typeface="Calibri"/>
              </a:rPr>
              <a:t>GoldCrest Counting Book   Prep  •  Age 5+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571492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cnt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24230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Counting to 50 and number words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Before, after and between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Greater / less and ordinal numbers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4 and 5 times tables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Addition, subtraction, × and ÷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Money, shapes and math signs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F4F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0F4A5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0F4A5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Strengthens number operations and problem-solving, preparing children for Grade 1 mathematics.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47E97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E3F4F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E3F4F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14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0E3F4F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