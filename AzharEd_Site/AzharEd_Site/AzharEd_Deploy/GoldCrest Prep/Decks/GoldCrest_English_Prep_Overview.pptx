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02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843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C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089371"/>
            <a:ext cx="3538727" cy="46792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engpr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5675"/>
            <a:ext cx="3246120" cy="438664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270247" cy="115368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gold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78269"/>
            <a:ext cx="2057400" cy="711551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667512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GoldCrest English 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Prep   •   Age 5+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GoldCrest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603504"/>
            <a:ext cx="310896" cy="310896"/>
          </a:xfrm>
          <a:prstGeom prst="ellipse">
            <a:avLst/>
          </a:prstGeom>
          <a:solidFill>
            <a:srgbClr val="C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C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5A1E14"/>
                </a:solidFill>
                <a:latin typeface="Cambria"/>
              </a:rPr>
              <a:t>What's Inside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0432F"/>
                </a:solidFill>
                <a:latin typeface="Calibri"/>
              </a:rPr>
              <a:t>GoldCrest English Book   Prep  •  Age 5+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801368"/>
            <a:ext cx="3529584" cy="4654048"/>
          </a:xfrm>
          <a:prstGeom prst="roundRect">
            <a:avLst>
              <a:gd name="adj" fmla="val 6000"/>
            </a:avLst>
          </a:prstGeom>
          <a:solidFill>
            <a:srgbClr val="FCEFEA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ver_engpr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32486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C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Beginning and ending sounds</a:t>
            </a:r>
          </a:p>
        </p:txBody>
      </p:sp>
      <p:sp>
        <p:nvSpPr>
          <p:cNvPr id="12" name="Oval 11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C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Short and long vowels</a:t>
            </a:r>
          </a:p>
        </p:txBody>
      </p:sp>
      <p:sp>
        <p:nvSpPr>
          <p:cNvPr id="15" name="Oval 14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C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Digraphs: ch, sh, ph, wh, th</a:t>
            </a:r>
          </a:p>
        </p:txBody>
      </p:sp>
      <p:sp>
        <p:nvSpPr>
          <p:cNvPr id="18" name="Oval 17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C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Consonant blends</a:t>
            </a:r>
          </a:p>
        </p:txBody>
      </p:sp>
      <p:sp>
        <p:nvSpPr>
          <p:cNvPr id="21" name="Oval 20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C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Sentence making: a/an, this/that, he/she</a:t>
            </a:r>
          </a:p>
        </p:txBody>
      </p:sp>
      <p:sp>
        <p:nvSpPr>
          <p:cNvPr id="24" name="Oval 23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C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Stories, rhymes and days of the week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C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5A1E14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70271B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70271B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Develops reading and simple sentence formation, preparing children for Grade 1 English.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C0432F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C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5A1E14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C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5A1E14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C0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5A1E14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