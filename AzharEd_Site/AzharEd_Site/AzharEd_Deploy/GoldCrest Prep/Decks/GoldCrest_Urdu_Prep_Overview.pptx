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3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754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50264"/>
            <a:ext cx="3538727" cy="435747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urdu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96568"/>
            <a:ext cx="3246120" cy="40648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Urdu Qaida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Prep — Third Step   •   Age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5A3712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5651D"/>
                </a:solidFill>
                <a:latin typeface="Calibri"/>
              </a:rPr>
              <a:t>GoldCrest Urdu Qaida   Prep — Third Step  •  Age 5+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336796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urdu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61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Alphabet recap and letter joining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Harakat — zabar, zer, pesh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Two- and three-letter words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Vocabulary and sentence reading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Spelling and reading practice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Counting, hamd, dua and poems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5A3712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663D14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663D14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Urdu reading — joining, harakat, words and sentences — the third step of the Qaida.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B5651D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5A3712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5A3712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5A3712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