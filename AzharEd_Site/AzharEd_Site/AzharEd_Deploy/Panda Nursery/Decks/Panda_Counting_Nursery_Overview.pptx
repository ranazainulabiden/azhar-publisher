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6237"/>
            <a:ext cx="3447288" cy="42455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n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2541"/>
            <a:ext cx="3154680" cy="39529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Counting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Nursery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Panda Counting Book   Nursery  •  Age 4+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9390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n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10207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Numbers 1 to 20 — trace, count and write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Reading &amp; writing numbers 1 to 50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Addition with picture and dot support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Subtraction with cross-out and dots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Longer &amp; smaller, heavy &amp; light, same &amp; different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Time, days of the week and months of the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confident early number skills — counting, writing, addition, subtraction and everyday concepts — through clear pictures and guided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