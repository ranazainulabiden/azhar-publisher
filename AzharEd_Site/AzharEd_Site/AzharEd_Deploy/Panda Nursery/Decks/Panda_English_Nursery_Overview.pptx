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24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B85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6237"/>
            <a:ext cx="3447288" cy="42455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n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2541"/>
            <a:ext cx="3154680" cy="39529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English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Nursery   •   Age 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2418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674F"/>
                </a:solidFill>
                <a:latin typeface="Calibri"/>
              </a:rPr>
              <a:t>Panda English Book   Nursery  •  Age 4+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9390"/>
          </a:xfrm>
          <a:prstGeom prst="roundRect">
            <a:avLst>
              <a:gd name="adj" fmla="val 6000"/>
            </a:avLst>
          </a:prstGeom>
          <a:solidFill>
            <a:srgbClr val="FCEFE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n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1020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The full alphabet A to Z with key words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Capital &amp; small letter tracing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Letter sounds and first vocabulary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Vowels and consonants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Use of 'a / an' and 'this / that'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Themes: fruits &amp; vegetables, animals, body parts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2418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A24736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A24736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Develops early literacy and pre-writing — the whole alphabet, sounds, first words and simple sentence patterns — for confident Nursery readers.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E2674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