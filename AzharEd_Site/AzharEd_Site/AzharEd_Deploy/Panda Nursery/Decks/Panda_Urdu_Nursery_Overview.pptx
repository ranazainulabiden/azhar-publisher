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6237"/>
            <a:ext cx="3447288" cy="42455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nur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541"/>
            <a:ext cx="3154680" cy="39529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Urdu Qaida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Nursery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Panda Urdu Qaida   Nursery  •  Age 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9390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nur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020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The full Urdu alphabet with key words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Letter shapes and guided tracing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Joined (bhari) letters — بھاری حروف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Two- and three-letter words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Aerab (zabar, zer, pesh)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Colourful picture activities and revision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Familiarises Nursery learners with the complete Urdu alphabet, letter joining, first words and aerab through big pictures and structured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6A4015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