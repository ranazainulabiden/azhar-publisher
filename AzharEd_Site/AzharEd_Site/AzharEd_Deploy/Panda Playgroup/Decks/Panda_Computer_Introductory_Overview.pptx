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E8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2F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3F8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254786"/>
            <a:ext cx="3447288" cy="434842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ver_c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01090"/>
            <a:ext cx="3154680" cy="405581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544568" cy="123672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pa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67512"/>
            <a:ext cx="2331720" cy="816102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709030"/>
            <a:ext cx="1371600" cy="7330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BF6EC"/>
                </a:solidFill>
                <a:latin typeface="Cambria"/>
              </a:rPr>
              <a:t>Panda Junior's Computer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70332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Introductory   •   Age 4+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48056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An activity-based early-years book from the Panda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3F8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23C57"/>
                </a:solidFill>
                <a:latin typeface="Cambria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20700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F87B5"/>
                </a:solidFill>
                <a:latin typeface="Calibri"/>
              </a:rPr>
              <a:t>Panda Junior's Computer   Introductory  •  Age 4+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529584" cy="4443783"/>
          </a:xfrm>
          <a:prstGeom prst="roundRect">
            <a:avLst>
              <a:gd name="adj" fmla="val 6000"/>
            </a:avLst>
          </a:prstGeom>
          <a:solidFill>
            <a:srgbClr val="E7F1F8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ver_c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114599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3F8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Computer alphabets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3F8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What a computer is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3F8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The parts of a computer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3F8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Know-how of the mouse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3F8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Uses and types of computers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3F8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Computer hardware &amp; how to start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3F8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23C57"/>
                </a:solidFill>
                <a:latin typeface="Cambria"/>
              </a:rPr>
              <a:t>Purpose &amp; Classroom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1F5E86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1F5E86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Introduces young learners to computers in a simple, picture-led way — building early digital awareness and confidence.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3F87B5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3F8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123C57"/>
                </a:solidFill>
                <a:latin typeface="Cambria"/>
              </a:rPr>
              <a:t>Teacher's Lesson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 40-week lesson plan that guides teachers, day by 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73168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1743" y="4134231"/>
            <a:ext cx="582930" cy="582930"/>
          </a:xfrm>
          <a:prstGeom prst="ellipse">
            <a:avLst/>
          </a:prstGeom>
          <a:solidFill>
            <a:srgbClr val="3F8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123C57"/>
                </a:solidFill>
                <a:latin typeface="Cambria"/>
              </a:rPr>
              <a:t>Practice Papers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Monthly tests and term exam papers for children to attempt.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95359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23934" y="4134231"/>
            <a:ext cx="582930" cy="582930"/>
          </a:xfrm>
          <a:prstGeom prst="ellipse">
            <a:avLst/>
          </a:prstGeom>
          <a:solidFill>
            <a:srgbClr val="3F8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123C57"/>
                </a:solidFill>
                <a:latin typeface="Cambria"/>
              </a:rPr>
              <a:t>Digital Interactive 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An interactive flipbook and digital exercises for engaging, screen-based practice.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