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E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A7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5763"/>
            <a:ext cx="3447288" cy="424647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p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2067"/>
            <a:ext cx="3154680" cy="39538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Counting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B5C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97B0"/>
                </a:solidFill>
                <a:latin typeface="Calibri"/>
              </a:rPr>
              <a:t>Panda Counting Book   Playgroup  •  Age 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40352"/>
          </a:xfrm>
          <a:prstGeom prst="roundRect">
            <a:avLst>
              <a:gd name="adj" fmla="val 6000"/>
            </a:avLst>
          </a:prstGeom>
          <a:solidFill>
            <a:srgbClr val="EAF4F8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p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116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Numbers 1 to 20 with themed pictures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Tracing, counting and matching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Count, colour and find the number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Concepts: big / small, more / less, full / empty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Shapes, time and sorting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Dot-to-dots and revision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B5C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E6E83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E6E83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Introduces first numbers, counting and early concepts in a gentle, picture-led way for our youngest learners.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A97B0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