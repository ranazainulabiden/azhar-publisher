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39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C24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2060767"/>
            <a:ext cx="3447288" cy="27364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207071"/>
            <a:ext cx="3154680" cy="24438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Easy Draw and Colour — Step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C2352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6AA1"/>
                </a:solidFill>
                <a:latin typeface="Calibri"/>
              </a:rPr>
              <a:t>Easy Draw and Colour — Step A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2808459"/>
          </a:xfrm>
          <a:prstGeom prst="roundRect">
            <a:avLst>
              <a:gd name="adj" fmla="val 6000"/>
            </a:avLst>
          </a:prstGeom>
          <a:solidFill>
            <a:srgbClr val="FBE9F2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247927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Straight, wavy lines and basic shapes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Step-by-step draw and colour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Tracing, dot-to-dot and colour-by-dots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Match, colour and thumb-impression fun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Paste, collage and grid activities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Animals, fruits, vehicles and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7C2352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B5397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B5397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Simple step-by-step line illustrations help children draw with confidence and develop pencil control and creativity.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6AA1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C2352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C2352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96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7C2352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