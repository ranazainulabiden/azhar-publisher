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39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C24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2150434"/>
            <a:ext cx="3447288" cy="25571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d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296738"/>
            <a:ext cx="3154680" cy="226452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Easy Draw and Colour — Step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7C2352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6AA1"/>
                </a:solidFill>
                <a:latin typeface="Calibri"/>
              </a:rPr>
              <a:t>Easy Draw and Colour — Step B   Playgroup  •  Age 4+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2626525"/>
          </a:xfrm>
          <a:prstGeom prst="roundRect">
            <a:avLst>
              <a:gd name="adj" fmla="val 6000"/>
            </a:avLst>
          </a:prstGeom>
          <a:solidFill>
            <a:srgbClr val="FBE9F2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d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2297341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Building on Step A skills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More shapes and patterns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Step-by-step draw and colour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Tracing, dot-to-dot and grids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Match, paste and collage fun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Animals, objects and scenes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7C2352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B5397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B5397A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Develops drawing confidence and pencil control a step further, with simple step-by-step line illustrations.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96AA1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7C2352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7C2352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7C2352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