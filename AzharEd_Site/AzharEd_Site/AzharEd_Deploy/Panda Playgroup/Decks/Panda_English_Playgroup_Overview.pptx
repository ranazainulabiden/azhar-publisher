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247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B85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305763"/>
            <a:ext cx="3447288" cy="424647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p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52067"/>
            <a:ext cx="3154680" cy="395386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544568" cy="123672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67512"/>
            <a:ext cx="2331720" cy="816102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709030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Panda English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Playgroup   •   Age 3+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Panda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2418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2674F"/>
                </a:solidFill>
                <a:latin typeface="Calibri"/>
              </a:rPr>
              <a:t>Panda English Book   Playgroup  •  Age 3+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340352"/>
          </a:xfrm>
          <a:prstGeom prst="roundRect">
            <a:avLst>
              <a:gd name="adj" fmla="val 6000"/>
            </a:avLst>
          </a:prstGeom>
          <a:solidFill>
            <a:srgbClr val="FCEFEA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ver_p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1116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The alphabet A to Z with pictures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Letter sounds and first words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Tracing and pencil control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Big, friendly picture cues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Colouring and fun activities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 simple ‘all about me’ page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6A2418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A24736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A24736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Gives our youngest learners their first exposure to English letters, sounds and words, building early literacy and pre-writing skills.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E2674F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2418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2418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2418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