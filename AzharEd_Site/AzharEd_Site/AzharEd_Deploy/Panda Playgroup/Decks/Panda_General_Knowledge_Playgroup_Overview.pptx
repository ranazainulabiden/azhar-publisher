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2F8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050943"/>
            <a:ext cx="3447288" cy="475611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g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197247"/>
            <a:ext cx="3154680" cy="44635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544568" cy="123672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pa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67512"/>
            <a:ext cx="2331720" cy="816102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709030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Panda General Knowledge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Panda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C5540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3FA372"/>
                </a:solidFill>
                <a:latin typeface="Calibri"/>
              </a:rPr>
              <a:t>Panda General Knowledge Book   Playgroup  •  Age 3+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857377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ver_g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52819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Greetings, my introduction and my family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Birds, animals, fruits and vegetables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Parts of the body and the five senses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Colours, dresses and professionals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Playground, kitchen and the computer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Seasons, time, days of the week and insects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C5540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2E7D5B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2E7D5B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everyday awareness and vocabulary — about themselves, their family and the world around them — through big, friendly pictures and simple activities.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3FA372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C5540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C5540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3FA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C5540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