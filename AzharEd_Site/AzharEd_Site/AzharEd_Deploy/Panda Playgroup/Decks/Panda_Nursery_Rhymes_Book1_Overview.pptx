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3E8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554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6E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254885"/>
            <a:ext cx="3447288" cy="434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_r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01189"/>
            <a:ext cx="3154680" cy="405562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544568" cy="123672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p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67512"/>
            <a:ext cx="2331720" cy="816102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709030"/>
            <a:ext cx="1371600" cy="733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BF6EC"/>
                </a:solidFill>
                <a:latin typeface="Cambria"/>
              </a:rPr>
              <a:t>Panda Nursery Rhymes — Book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033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Playgroup   •   Age 3+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48056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An activity-based early-years book from the Panda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6E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332869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6E5CB0"/>
                </a:solidFill>
                <a:latin typeface="Calibri"/>
              </a:rPr>
              <a:t>Panda Nursery Rhymes — Book 1   Playgroup  •  Age 3+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443582"/>
          </a:xfrm>
          <a:prstGeom prst="roundRect">
            <a:avLst>
              <a:gd name="adj" fmla="val 6000"/>
            </a:avLst>
          </a:prstGeom>
          <a:solidFill>
            <a:srgbClr val="EDEAF7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ver_r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11439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6E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Seven favourite English rhymes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6E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Seven Urdu rhymes (روشن نظمیں)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6E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Big, colourful illustrations for every rhyme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6E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Rhymes on shapes, birds, traffic lights and more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6E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Builds listening, rhythm and vocabulary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6E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A dual-language flip 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6E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332869"/>
                </a:solidFill>
                <a:latin typeface="Cambria"/>
              </a:rPr>
              <a:t>Purpose &amp; Classroom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4C3E86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4C3E86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Introduces children to the joy of rhymes and songs in English and Urdu, building early language, listening and rhythm.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6E5CB0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6E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332869"/>
                </a:solidFill>
                <a:latin typeface="Cambria"/>
              </a:rPr>
              <a:t>Teacher's Lesson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 40-week lesson plan that guides teachers, day by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1743" y="4134231"/>
            <a:ext cx="582930" cy="582930"/>
          </a:xfrm>
          <a:prstGeom prst="ellipse">
            <a:avLst/>
          </a:prstGeom>
          <a:solidFill>
            <a:srgbClr val="6E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332869"/>
                </a:solidFill>
                <a:latin typeface="Cambria"/>
              </a:rPr>
              <a:t>Practice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Monthly tests and term exam papers for children to attempt.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59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23934" y="4134231"/>
            <a:ext cx="582930" cy="582930"/>
          </a:xfrm>
          <a:prstGeom prst="ellipse">
            <a:avLst/>
          </a:prstGeom>
          <a:solidFill>
            <a:srgbClr val="6E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332869"/>
                </a:solidFill>
                <a:latin typeface="Cambria"/>
              </a:rPr>
              <a:t>Digital Interactive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An interactive flipbook and digital exercises for engaging, screen-based practice.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