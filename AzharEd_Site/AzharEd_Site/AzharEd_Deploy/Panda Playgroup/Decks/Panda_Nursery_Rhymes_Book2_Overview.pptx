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3E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554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0207"/>
            <a:ext cx="3447288" cy="42575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r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46511"/>
            <a:ext cx="3154680" cy="396497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Nursery Rhymes — Book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332869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6E5CB0"/>
                </a:solidFill>
                <a:latin typeface="Calibri"/>
              </a:rPr>
              <a:t>Panda Nursery Rhymes — Book 2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51624"/>
          </a:xfrm>
          <a:prstGeom prst="roundRect">
            <a:avLst>
              <a:gd name="adj" fmla="val 6000"/>
            </a:avLst>
          </a:prstGeom>
          <a:solidFill>
            <a:srgbClr val="EDEAF7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r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2244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Favourite English rhymes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rhymes (روشن نظمیں)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Big, colourful illustrations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Builds listening, rhythm and vocabulary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Sing-along fun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A dual-language flip 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332869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4C3E86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4C3E86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More rhymes and songs in English and Urdu to build early language, listening and a love of reading.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6E5CB0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6E5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332869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