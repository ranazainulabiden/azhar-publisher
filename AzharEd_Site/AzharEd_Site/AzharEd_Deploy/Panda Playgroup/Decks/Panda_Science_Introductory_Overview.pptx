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6E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23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3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187108"/>
            <a:ext cx="3447288" cy="448378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_s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333412"/>
            <a:ext cx="3154680" cy="419117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544568" cy="123672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p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67512"/>
            <a:ext cx="2331720" cy="816102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709030"/>
            <a:ext cx="1371600" cy="733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BF6EC"/>
                </a:solidFill>
                <a:latin typeface="Cambria"/>
              </a:rPr>
              <a:t>Panda Primary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7033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Introductory   •   Age 4+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48056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An activity-based early-years book from the Panda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3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F4A3B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4A085"/>
                </a:solidFill>
                <a:latin typeface="Calibri"/>
              </a:rPr>
              <a:t>Panda Primary Science   Introductory  •  Age 4+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581100"/>
          </a:xfrm>
          <a:prstGeom prst="roundRect">
            <a:avLst>
              <a:gd name="adj" fmla="val 6000"/>
            </a:avLst>
          </a:prstGeom>
          <a:solidFill>
            <a:srgbClr val="E6F5E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ver_s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251916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3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First science topics with big pictures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3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Living and non-living things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3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Our body and our senses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3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Plants, animals and food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3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Air, water and weather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3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Questions &amp; answers after each unit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3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F4A3B"/>
                </a:solidFill>
                <a:latin typeface="Cambria"/>
              </a:rPr>
              <a:t>Purpose &amp; Classroom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1C6E5B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1C6E5B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Sparks curiosity about the world with simple science concepts, clear pictures and easy questions and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4A085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3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0F4A3B"/>
                </a:solidFill>
                <a:latin typeface="Cambria"/>
              </a:rPr>
              <a:t>Teacher's Lesson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 40-week lesson plan that guides teachers, day by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3168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1743" y="4134231"/>
            <a:ext cx="582930" cy="582930"/>
          </a:xfrm>
          <a:prstGeom prst="ellipse">
            <a:avLst/>
          </a:prstGeom>
          <a:solidFill>
            <a:srgbClr val="3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0F4A3B"/>
                </a:solidFill>
                <a:latin typeface="Cambria"/>
              </a:rPr>
              <a:t>Practice Papers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Monthly tests and term exam papers for children to attempt.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59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23934" y="4134231"/>
            <a:ext cx="582930" cy="582930"/>
          </a:xfrm>
          <a:prstGeom prst="ellipse">
            <a:avLst/>
          </a:prstGeom>
          <a:solidFill>
            <a:srgbClr val="3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0F4A3B"/>
                </a:solidFill>
                <a:latin typeface="Cambria"/>
              </a:rPr>
              <a:t>Digital Interactive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An interactive flipbook and digital exercises for engaging, screen-based practice.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