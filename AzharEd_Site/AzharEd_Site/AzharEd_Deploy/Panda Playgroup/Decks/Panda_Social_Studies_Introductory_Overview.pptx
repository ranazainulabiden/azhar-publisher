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B0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D06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254069"/>
            <a:ext cx="3447288" cy="43498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s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00373"/>
            <a:ext cx="3154680" cy="405725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544568" cy="123672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67512"/>
            <a:ext cx="2331720" cy="816102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709030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Panda Social Studies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Introductory   •   Age 4+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Panda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06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2016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06248"/>
                </a:solidFill>
                <a:latin typeface="Calibri"/>
              </a:rPr>
              <a:t>Panda Social Studies   Introductory  •  Age 4+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445237"/>
          </a:xfrm>
          <a:prstGeom prst="roundRect">
            <a:avLst>
              <a:gd name="adj" fmla="val 6000"/>
            </a:avLst>
          </a:prstGeom>
          <a:solidFill>
            <a:srgbClr val="FBEBE6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ver_s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11605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D06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Myself, my family and my home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D06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My school and community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D06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Our country and its symbols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D06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Helpers and their work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D06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Festivals, needs and manners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D06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Simple maps and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06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6A2016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9C3A2E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9C3A2E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Helps children understand themselves and their world — family, community and country — with friendly pictures and activities.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D06248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D06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2016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D06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2016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D06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2016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