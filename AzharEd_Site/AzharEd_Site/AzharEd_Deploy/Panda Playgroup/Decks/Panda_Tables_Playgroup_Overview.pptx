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E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415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5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433911"/>
            <a:ext cx="3447288" cy="59901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t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580215"/>
            <a:ext cx="3154680" cy="56975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Table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Playgroup   •   Age 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5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7356A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6FB5"/>
                </a:solidFill>
                <a:latin typeface="Calibri"/>
              </a:rPr>
              <a:t>Panda Table Book   Playgroup  •  Age 3+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6109325"/>
          </a:xfrm>
          <a:prstGeom prst="roundRect">
            <a:avLst>
              <a:gd name="adj" fmla="val 6000"/>
            </a:avLst>
          </a:prstGeom>
          <a:solidFill>
            <a:srgbClr val="ECEFF9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t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578014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5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English and Urdu alphabets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5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Counting 1 to 100 in figures and words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5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Multiplication tables from 1 to 20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5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Roman numerals, measures and types of numbers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5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Colours, shapes, addition and subtraction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5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Flags, birds, animals, transport and 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5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7356A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3B4E8C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3B4E8C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A handy all-in-one reference — alphabets, counting, tables, measures and themed vocabulary — that children can return to again and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5A6FB5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5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7356A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5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7356A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5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7356A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