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6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A8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5763"/>
            <a:ext cx="3447288" cy="424647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purd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52067"/>
            <a:ext cx="3154680" cy="395386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544568" cy="123672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67512"/>
            <a:ext cx="2331720" cy="816102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709030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Panda Urdu Qaida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Playgroup   •   Age 3+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Panda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4015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852F"/>
                </a:solidFill>
                <a:latin typeface="Calibri"/>
              </a:rPr>
              <a:t>Panda Urdu Qaida   Playgroup  •  Age 3+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40352"/>
          </a:xfrm>
          <a:prstGeom prst="roundRect">
            <a:avLst>
              <a:gd name="adj" fmla="val 6000"/>
            </a:avLst>
          </a:prstGeom>
          <a:solidFill>
            <a:srgbClr val="FCF1E0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ver_purd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1116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The Urdu alphabet with pictures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Letter sounds and key words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Tracing and sound practice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Letter-joining (huroof saazi)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Colourful picture activities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Fun revision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A4015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99602A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99602A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Familiarises our youngest learners with the Urdu alphabet, sounds and joining through big pictures and play.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D9852F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4015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4015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4015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