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E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A7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6237"/>
            <a:ext cx="3447288" cy="42455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pr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2541"/>
            <a:ext cx="3154680" cy="39529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Counting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Prep   •   Age 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B5C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A97B0"/>
                </a:solidFill>
                <a:latin typeface="Calibri"/>
              </a:rPr>
              <a:t>Panda Counting Book   Prep  •  Age 5+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9390"/>
          </a:xfrm>
          <a:prstGeom prst="roundRect">
            <a:avLst>
              <a:gd name="adj" fmla="val 6000"/>
            </a:avLst>
          </a:prstGeom>
          <a:solidFill>
            <a:srgbClr val="EAF4F8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pr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1020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Numbers to 100 with number words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Greater than, less than, before/after/between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Ascending &amp; descending order, ordinal numbers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Addition — sentences, totals, number line, word problems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Subtraction — from 10, number line, word problems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Positions, shapes and telling the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B5C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E6E83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E6E83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Builds confident early-maths skills — larger numbers, comparing, addition and subtraction with word problems, and everyday concepts — ready for school.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A97B0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