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85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6237"/>
            <a:ext cx="3447288" cy="42455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r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541"/>
            <a:ext cx="3154680" cy="3952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English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Prep   •   Age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674F"/>
                </a:solidFill>
                <a:latin typeface="Calibri"/>
              </a:rPr>
              <a:t>Panda English Book   Prep  •  Age 5+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9390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pr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020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alphabet with key words and tracing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Vowels, consonants and short-vowel sounds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Word families, rhyming words and blends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Naming words (nouns) and capital/small letters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'This/These', 'That is/These are' and pronouns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Questions &amp; answers, action words and themed vocabulary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A2473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A2473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Moves children from letters into first reading and writing — word families, blends, nouns and simple sentences — building school-ready literacy.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2674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