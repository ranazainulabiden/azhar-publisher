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6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A8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6237"/>
            <a:ext cx="3447288" cy="42455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prur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2541"/>
            <a:ext cx="3154680" cy="39529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Urdu Qaida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Prep   •   Age 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4015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52F"/>
                </a:solidFill>
                <a:latin typeface="Calibri"/>
              </a:rPr>
              <a:t>Panda Urdu Qaida   Prep  •  Age 5+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9390"/>
          </a:xfrm>
          <a:prstGeom prst="roundRect">
            <a:avLst>
              <a:gd name="adj" fmla="val 6000"/>
            </a:avLst>
          </a:prstGeom>
          <a:solidFill>
            <a:srgbClr val="FCF1E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prur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1020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The full Urdu alphabet with key words and tracing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Joined (bhari) letters — بھاری حروف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Aerab (zabar, zer, pesh)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Two- and three-letter words and a poem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Singular/plural and gender (مذکر/مونث)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Colourful picture activities and revision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4015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99602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99602A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Takes learners through the complete Urdu alphabet into first words, sentences and early grammar, with structured tracing and picture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9852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